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3"/>
    <p:sldId id="265" r:id="rId4"/>
    <p:sldId id="267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/>
    <p:restoredTop sz="94694"/>
  </p:normalViewPr>
  <p:slideViewPr>
    <p:cSldViewPr snapToGrid="0">
      <p:cViewPr varScale="1">
        <p:scale>
          <a:sx n="151" d="100"/>
          <a:sy n="151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62B3-CA78-274F-9755-677037A9B74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FE8E3-F7F2-A849-B9D0-3F2037D1F00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nextcloud.com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Kaiti TC" panose="02010600040101010101" pitchFamily="2" charset="-120"/>
                <a:ea typeface="Kaiti TC" panose="02010600040101010101" pitchFamily="2" charset="-120"/>
              </a:rPr>
              <a:t>任务二</a:t>
            </a:r>
            <a:r>
              <a:rPr lang="zh-CN" altLang="en-US" sz="4000" dirty="0">
                <a:latin typeface="Kaiti TC" panose="02010600040101010101" pitchFamily="2" charset="-120"/>
                <a:ea typeface="Kaiti TC" panose="02010600040101010101" pitchFamily="2" charset="-120"/>
              </a:rPr>
              <a:t>：简易云盘的设计与实现（小组任务）</a:t>
            </a:r>
            <a:endParaRPr lang="en-US" sz="40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分组任务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，每组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3-6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人，做好分工，</a:t>
            </a:r>
            <a:r>
              <a:rPr lang="zh-CN" altLang="en-US" dirty="0">
                <a:solidFill>
                  <a:srgbClr val="FF0000"/>
                </a:solidFill>
                <a:latin typeface="Kaiti TC" panose="02010600040101010101" pitchFamily="2" charset="-120"/>
                <a:ea typeface="Kaiti TC" panose="02010600040101010101" pitchFamily="2" charset="-120"/>
              </a:rPr>
              <a:t>每组所有同学得分一致。</a:t>
            </a:r>
            <a:endParaRPr lang="en-US" altLang="zh-CN" dirty="0">
              <a:solidFill>
                <a:srgbClr val="FF0000"/>
              </a:solidFill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分组是一门艺术，协作和管理是基础能力。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在上学期网络大作业的基础上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，完成一个云盘的设计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可参考</a:t>
            </a:r>
            <a:r>
              <a:rPr lang="en-US" altLang="zh-CN" dirty="0" err="1">
                <a:latin typeface="Kaiti TC" panose="02010600040101010101" pitchFamily="2" charset="-120"/>
                <a:ea typeface="Kaiti TC" panose="02010600040101010101" pitchFamily="2" charset="-120"/>
              </a:rPr>
              <a:t>Nextcloud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和</a:t>
            </a:r>
            <a:r>
              <a:rPr lang="en-US" altLang="zh-CN" dirty="0" err="1">
                <a:latin typeface="Kaiti TC" panose="02010600040101010101" pitchFamily="2" charset="-120"/>
                <a:ea typeface="Kaiti TC" panose="02010600040101010101" pitchFamily="2" charset="-120"/>
              </a:rPr>
              <a:t>Seafile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的开源代码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  <a:hlinkClick r:id="rId1"/>
              </a:rPr>
              <a:t>https://nextcloud.com/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https://</a:t>
            </a:r>
            <a:r>
              <a:rPr lang="en-US" altLang="zh-CN" dirty="0" err="1">
                <a:latin typeface="Kaiti TC" panose="02010600040101010101" pitchFamily="2" charset="-120"/>
                <a:ea typeface="Kaiti TC" panose="02010600040101010101" pitchFamily="2" charset="-120"/>
              </a:rPr>
              <a:t>www.seafile.com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/home/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功能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参考坚果云、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Dropbox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，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iCloud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Kaiti TC" panose="02010600040101010101" pitchFamily="2" charset="-120"/>
                <a:ea typeface="Kaiti TC" panose="02010600040101010101" pitchFamily="2" charset="-120"/>
              </a:rPr>
              <a:t>任务二</a:t>
            </a:r>
            <a:r>
              <a:rPr lang="zh-CN" altLang="en-US" sz="4000" dirty="0">
                <a:latin typeface="Kaiti TC" panose="02010600040101010101" pitchFamily="2" charset="-120"/>
                <a:ea typeface="Kaiti TC" panose="02010600040101010101" pitchFamily="2" charset="-120"/>
              </a:rPr>
              <a:t>：简易云盘的设计与实现（小组任务）</a:t>
            </a:r>
            <a:endParaRPr lang="en-US" sz="40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应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实现如下功能：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1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在云端部署应用后端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找到一个可用的云（可以自己在虚拟机上部署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OpenStack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，也可以用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AWS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学生版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使用云对象存储（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Object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Cloud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Storage,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如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AWS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S3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和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OpenStack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Swift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）来存储用户数据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业务逻辑部署在云虚拟机（如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AWS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EC2)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19" y="389932"/>
            <a:ext cx="10515600" cy="66090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应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实现如下功能：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2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基础服务与多用户支撑（包括所有计算机网络课的作业内容）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基础文件操作（上传、下载、列表、删除、创建目录）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用户认证和多用户管理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实现一个简单的用户注册</a:t>
            </a:r>
            <a:r>
              <a:rPr lang="en-US" altLang="ja-JP" dirty="0">
                <a:latin typeface="Kaiti TC" panose="02010600040101010101" pitchFamily="2" charset="-120"/>
                <a:ea typeface="Kaiti TC" panose="02010600040101010101" pitchFamily="2" charset="-120"/>
              </a:rPr>
              <a:t>/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登录系统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（不计入评分）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使用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Token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（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如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JWT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）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进行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API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请求的身份验证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（仅供参考）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每个用户只能访问自己名下的文件和目录。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实现一个客户端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，并实现本地与云端的自动同步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利用操作系统接口，客户端在用户本地实现一个“同步文件夹”，“同步文件夹”中的内容和云端自动同步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客户端需要持续监控本地同步文件夹的文件系统事件（创建、修改、删除、重命名）。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当检测到变更时，自动将变更同步到服务器。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服务器端若有变更（例如通过另一个客户端上传），也应能通知或由客户端拉取，以同步到本地。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19" y="389932"/>
            <a:ext cx="10515600" cy="660907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应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实现如下功能：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3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实现同步过程中的若干网络流量优化技术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 数据压缩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在上传文件前，客户端应对文件进行压缩（例如使用</a:t>
            </a: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GZIP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或</a:t>
            </a:r>
            <a:r>
              <a:rPr lang="en-US" altLang="zh-CN" dirty="0" err="1">
                <a:latin typeface="Kaiti TC" panose="02010600040101010101" pitchFamily="2" charset="-120"/>
                <a:ea typeface="Kaiti TC" panose="02010600040101010101" pitchFamily="2" charset="-120"/>
              </a:rPr>
              <a:t>Zlib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算法）。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在下载文件后，客户端应对文件进行解压。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服务器端存储压缩后的数据。</a:t>
            </a:r>
            <a:endParaRPr lang="en-US" altLang="ja-JP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文件级去重：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计算文件的哈希值（如</a:t>
            </a:r>
            <a:r>
              <a:rPr lang="en-US" altLang="ja-JP" dirty="0">
                <a:latin typeface="Kaiti TC" panose="02010600040101010101" pitchFamily="2" charset="-120"/>
                <a:ea typeface="Kaiti TC" panose="02010600040101010101" pitchFamily="2" charset="-120"/>
              </a:rPr>
              <a:t>MD5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或</a:t>
            </a:r>
            <a:r>
              <a:rPr lang="en-US" altLang="ja-JP" dirty="0">
                <a:latin typeface="Kaiti TC" panose="02010600040101010101" pitchFamily="2" charset="-120"/>
                <a:ea typeface="Kaiti TC" panose="02010600040101010101" pitchFamily="2" charset="-120"/>
              </a:rPr>
              <a:t>SHA-256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）。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在上传前，先询问服务器该哈希值的文件是否已存在。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如果存在，则服务器只需在用户文件表中创建一个新的指针（硬链接），而无需重复存储文件内容。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块级去重（这个有点难）：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将大文件分割成固定大小或可变大小的数据块（例如</a:t>
            </a:r>
            <a:r>
              <a:rPr lang="en-US" altLang="ja-JP" dirty="0">
                <a:latin typeface="Kaiti TC" panose="02010600040101010101" pitchFamily="2" charset="-120"/>
                <a:ea typeface="Kaiti TC" panose="02010600040101010101" pitchFamily="2" charset="-120"/>
              </a:rPr>
              <a:t>4MB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）。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计算每个数据块的哈希值。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只上传服务器端不存在的“新”数据块，并组装文件元数据。</a:t>
            </a:r>
            <a:endParaRPr lang="ja-JP" altLang="en-US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50000"/>
              </a:lnSpc>
            </a:pP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19" y="389932"/>
            <a:ext cx="10515600" cy="6609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应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实现如下功能：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3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实现同步过程中的若干网络流量优化技术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差</a:t>
            </a: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分同步（增量同步）</a:t>
            </a:r>
            <a:endParaRPr lang="ja-JP" altLang="en-US" sz="19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当监控到本地大文件被修改后，不应重新上传整个文件。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使用</a:t>
            </a:r>
            <a:r>
              <a:rPr lang="en-US" sz="1700" dirty="0" err="1">
                <a:latin typeface="Kaiti TC" panose="02010600040101010101" pitchFamily="2" charset="-120"/>
                <a:ea typeface="Kaiti TC" panose="02010600040101010101" pitchFamily="2" charset="-120"/>
              </a:rPr>
              <a:t>rsync</a:t>
            </a: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类似的算法或滚动哈希（如</a:t>
            </a:r>
            <a:r>
              <a:rPr lang="en-US" sz="1700" dirty="0">
                <a:latin typeface="Kaiti TC" panose="02010600040101010101" pitchFamily="2" charset="-120"/>
                <a:ea typeface="Kaiti TC" panose="02010600040101010101" pitchFamily="2" charset="-120"/>
              </a:rPr>
              <a:t>Rabin-Karp</a:t>
            </a: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算法）找出文件中被修改的部分（差异块）。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仅将这些差异块上传到服务器，服务器再根据差异信息和原文件组合出新版本的文件。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这极大地优化了大文件频繁小改动的同步效率。</a:t>
            </a:r>
            <a:endParaRPr lang="en-US" altLang="ja-JP" sz="1700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断点续传</a:t>
            </a:r>
            <a:endParaRPr lang="ja-JP" altLang="en-US" sz="190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19" y="389932"/>
            <a:ext cx="10515600" cy="6609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应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实现如下功能：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4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实现同步过程中的若干网络流量优化技术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差</a:t>
            </a: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分同步（增量同步）</a:t>
            </a:r>
            <a:endParaRPr lang="ja-JP" altLang="en-US" sz="19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当监控到本地大文件被修改后，不应重新上传整个文件。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使用</a:t>
            </a:r>
            <a:r>
              <a:rPr lang="en-US" sz="1700" dirty="0" err="1">
                <a:latin typeface="Kaiti TC" panose="02010600040101010101" pitchFamily="2" charset="-120"/>
                <a:ea typeface="Kaiti TC" panose="02010600040101010101" pitchFamily="2" charset="-120"/>
              </a:rPr>
              <a:t>rsync</a:t>
            </a: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类似的算法或滚动哈希（如</a:t>
            </a:r>
            <a:r>
              <a:rPr lang="en-US" sz="1700" dirty="0">
                <a:latin typeface="Kaiti TC" panose="02010600040101010101" pitchFamily="2" charset="-120"/>
                <a:ea typeface="Kaiti TC" panose="02010600040101010101" pitchFamily="2" charset="-120"/>
              </a:rPr>
              <a:t>Rabin-Karp</a:t>
            </a: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算法）找出文件中被修改的部分（差异块）。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仅将这些差异块上传到服务器，服务器再根据差异信息和原文件组合出新版本的文件。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这极大地优化了大文件频繁小改动的同步效率。</a:t>
            </a:r>
            <a:endParaRPr lang="en-US" altLang="ja-JP" sz="1700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断点续传</a:t>
            </a:r>
            <a:endParaRPr lang="en-US" altLang="ja-JP" sz="1900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数据加密</a:t>
            </a:r>
            <a:endParaRPr lang="en-US" altLang="ja-JP" sz="1900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3">
              <a:lnSpc>
                <a:spcPct val="130000"/>
              </a:lnSpc>
            </a:pPr>
            <a:r>
              <a:rPr lang="ja-JP" altLang="en-US" sz="1700">
                <a:latin typeface="Kaiti TC" panose="02010600040101010101" pitchFamily="2" charset="-120"/>
                <a:ea typeface="Kaiti TC" panose="02010600040101010101" pitchFamily="2" charset="-120"/>
              </a:rPr>
              <a:t>注意加密</a:t>
            </a:r>
            <a:r>
              <a:rPr lang="zh-CN" altLang="en-US" sz="1700" dirty="0">
                <a:latin typeface="Kaiti TC" panose="02010600040101010101" pitchFamily="2" charset="-120"/>
                <a:ea typeface="Kaiti TC" panose="02010600040101010101" pitchFamily="2" charset="-120"/>
              </a:rPr>
              <a:t>、去重、差分同步之间的冲突与关系</a:t>
            </a:r>
            <a:endParaRPr lang="ja-JP" altLang="en-US" sz="170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19" y="389932"/>
            <a:ext cx="10515600" cy="6609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应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实现如下功能：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Kaiti TC" panose="02010600040101010101" pitchFamily="2" charset="-120"/>
                <a:ea typeface="Kaiti TC" panose="02010600040101010101" pitchFamily="2" charset="-120"/>
              </a:rPr>
              <a:t>5</a:t>
            </a: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 文件共享与协同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文件版本控制： 保留文件的历史版本，支持回滚到任意版本。</a:t>
            </a:r>
            <a:endParaRPr lang="ja-JP" altLang="en-US" sz="19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冲突解决策略： 当同一个文件在两端同时被修改时，提供手动或自动的冲突解决机制（例如，生成冲突文件）。</a:t>
            </a:r>
            <a:endParaRPr lang="ja-JP" altLang="en-US" sz="190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2">
              <a:lnSpc>
                <a:spcPct val="130000"/>
              </a:lnSpc>
            </a:pP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共享与协作： 实现文件</a:t>
            </a:r>
            <a:r>
              <a:rPr lang="en-US" altLang="ja-JP" sz="1900" dirty="0">
                <a:latin typeface="Kaiti TC" panose="02010600040101010101" pitchFamily="2" charset="-120"/>
                <a:ea typeface="Kaiti TC" panose="02010600040101010101" pitchFamily="2" charset="-120"/>
              </a:rPr>
              <a:t>/</a:t>
            </a:r>
            <a:r>
              <a:rPr lang="ja-JP" altLang="en-US" sz="1900">
                <a:latin typeface="Kaiti TC" panose="02010600040101010101" pitchFamily="2" charset="-120"/>
                <a:ea typeface="Kaiti TC" panose="02010600040101010101" pitchFamily="2" charset="-120"/>
              </a:rPr>
              <a:t>文件夹的共享功能，并设置权限（只读、可写）。</a:t>
            </a:r>
            <a:endParaRPr lang="ja-JP" altLang="en-US" sz="190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19" y="389932"/>
            <a:ext cx="10515600" cy="6609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交付内容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代码（每组一份）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Kaiti TC" panose="02010600040101010101" pitchFamily="2" charset="-120"/>
                <a:ea typeface="Kaiti TC" panose="02010600040101010101" pitchFamily="2" charset="-120"/>
              </a:rPr>
              <a:t>技术文档（每组一份）</a:t>
            </a:r>
            <a:endParaRPr lang="en-US" altLang="zh-CN" dirty="0"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lvl="1">
              <a:lnSpc>
                <a:spcPct val="150000"/>
              </a:lnSpc>
            </a:pP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演示视频（</a:t>
            </a:r>
            <a:r>
              <a:rPr lang="en-US" altLang="ja-JP" dirty="0">
                <a:latin typeface="Kaiti TC" panose="02010600040101010101" pitchFamily="2" charset="-120"/>
                <a:ea typeface="Kaiti TC" panose="02010600040101010101" pitchFamily="2" charset="-120"/>
              </a:rPr>
              <a:t>~5</a:t>
            </a:r>
            <a:r>
              <a:rPr lang="ja-JP" altLang="en-US">
                <a:latin typeface="Kaiti TC" panose="02010600040101010101" pitchFamily="2" charset="-120"/>
                <a:ea typeface="Kaiti TC" panose="02010600040101010101" pitchFamily="2" charset="-120"/>
              </a:rPr>
              <a:t>分钟）</a:t>
            </a:r>
            <a:endParaRPr lang="en-US" altLang="ja-JP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1476</Words>
  <Application>WPS 演示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Kaiti TC</vt:lpstr>
      <vt:lpstr>Microsoft JhengHei UI</vt:lpstr>
      <vt:lpstr>Calibri Light</vt:lpstr>
      <vt:lpstr>Calibri</vt:lpstr>
      <vt:lpstr>微软雅黑</vt:lpstr>
      <vt:lpstr>Arial Unicode MS</vt:lpstr>
      <vt:lpstr>等线</vt:lpstr>
      <vt:lpstr>Office Theme</vt:lpstr>
      <vt:lpstr>任务二：简易云盘的设计与实现（小组任务）</vt:lpstr>
      <vt:lpstr>任务二：简易云盘的设计与实现（小组任务）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Minghao Zhao</dc:creator>
  <cp:lastModifiedBy>王志鸿</cp:lastModifiedBy>
  <cp:revision>4</cp:revision>
  <dcterms:created xsi:type="dcterms:W3CDTF">2025-10-09T15:50:00Z</dcterms:created>
  <dcterms:modified xsi:type="dcterms:W3CDTF">2025-10-16T07:12:35Z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22E6506420634B298C254342E0008F64_13</vt:lpwstr>
  </property>
  <property fmtid="{D5CDD505-2E9C-101B-9397-08002B2CF9AE}" pid="3" name="KSOProductBuildVer">
    <vt:lpwstr>2052-12.1.0.22529</vt:lpwstr>
  </property>
</Properties>
</file>